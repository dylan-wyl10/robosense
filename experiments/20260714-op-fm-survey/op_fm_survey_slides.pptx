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307" r:id="rId21"/>
    <p:sldId id="308" r:id="rId22"/>
    <p:sldId id="309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317" r:id="rId31"/>
    <p:sldId id="318" r:id="rId32"/>
    <p:sldId id="319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08AD45-E656-4233-AEA6-6595A3612D18}" v="4" dt="2026-07-13T23:41:44.6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11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7-14T04:11:58.125" v="594" actId="313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del">
          <ac:chgData name="Yilin Wang" userId="06abc78b-9058-4e15-afda-57e086dc17fc" providerId="ADAL" clId="{82DDD170-D4B5-46ED-803B-C300EEBF3622}" dt="2026-07-13T22:43:51.955" v="0" actId="478"/>
          <ac:spMkLst>
            <pc:docMk/>
            <pc:sldMk cId="3471812488" sldId="256"/>
            <ac:spMk id="3" creationId="{9DDE8257-5A9C-7577-98E9-022DDB9156A0}"/>
          </ac:spMkLst>
        </pc:spChg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del">
        <pc:chgData name="Yilin Wang" userId="06abc78b-9058-4e15-afda-57e086dc17fc" providerId="ADAL" clId="{82DDD170-D4B5-46ED-803B-C300EEBF3622}" dt="2026-07-13T22:44:07.014" v="31" actId="47"/>
        <pc:sldMkLst>
          <pc:docMk/>
          <pc:sldMk cId="1301410514" sldId="258"/>
        </pc:sldMkLst>
      </pc:sldChg>
      <pc:sldChg chg="del">
        <pc:chgData name="Yilin Wang" userId="06abc78b-9058-4e15-afda-57e086dc17fc" providerId="ADAL" clId="{82DDD170-D4B5-46ED-803B-C300EEBF3622}" dt="2026-07-13T22:44:05.276" v="28" actId="47"/>
        <pc:sldMkLst>
          <pc:docMk/>
          <pc:sldMk cId="3614081668" sldId="262"/>
        </pc:sldMkLst>
      </pc:sldChg>
      <pc:sldChg chg="del">
        <pc:chgData name="Yilin Wang" userId="06abc78b-9058-4e15-afda-57e086dc17fc" providerId="ADAL" clId="{82DDD170-D4B5-46ED-803B-C300EEBF3622}" dt="2026-07-13T22:44:06.669" v="30" actId="47"/>
        <pc:sldMkLst>
          <pc:docMk/>
          <pc:sldMk cId="784894218" sldId="264"/>
        </pc:sldMkLst>
      </pc:sldChg>
      <pc:sldChg chg="del">
        <pc:chgData name="Yilin Wang" userId="06abc78b-9058-4e15-afda-57e086dc17fc" providerId="ADAL" clId="{82DDD170-D4B5-46ED-803B-C300EEBF3622}" dt="2026-07-13T22:44:07.688" v="34" actId="47"/>
        <pc:sldMkLst>
          <pc:docMk/>
          <pc:sldMk cId="162891556" sldId="265"/>
        </pc:sldMkLst>
      </pc:sldChg>
      <pc:sldChg chg="del">
        <pc:chgData name="Yilin Wang" userId="06abc78b-9058-4e15-afda-57e086dc17fc" providerId="ADAL" clId="{82DDD170-D4B5-46ED-803B-C300EEBF3622}" dt="2026-07-13T22:44:08.282" v="35" actId="47"/>
        <pc:sldMkLst>
          <pc:docMk/>
          <pc:sldMk cId="2690878361" sldId="266"/>
        </pc:sldMkLst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add del mo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" creationId="{B85E56BB-87BF-6D4F-1686-2041CC99F881}"/>
          </ac:spMkLst>
        </pc:spChg>
        <pc:spChg chg="add del mo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4" creationId="{64CF493E-5FDE-0E4D-132A-386815B9F666}"/>
          </ac:spMkLst>
        </pc:spChg>
        <pc:spChg chg="add del 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5" creationId="{8B564126-A1EB-F492-1005-A4EDE71F7B4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del">
        <pc:chgData name="Yilin Wang" userId="06abc78b-9058-4e15-afda-57e086dc17fc" providerId="ADAL" clId="{82DDD170-D4B5-46ED-803B-C300EEBF3622}" dt="2026-07-13T22:44:08.453" v="36" actId="47"/>
        <pc:sldMkLst>
          <pc:docMk/>
          <pc:sldMk cId="3241094962" sldId="273"/>
        </pc:sldMkLst>
      </pc:sldChg>
      <pc:sldChg chg="del">
        <pc:chgData name="Yilin Wang" userId="06abc78b-9058-4e15-afda-57e086dc17fc" providerId="ADAL" clId="{82DDD170-D4B5-46ED-803B-C300EEBF3622}" dt="2026-07-13T22:44:08.830" v="38" actId="47"/>
        <pc:sldMkLst>
          <pc:docMk/>
          <pc:sldMk cId="4120216339" sldId="274"/>
        </pc:sldMkLst>
      </pc:sldChg>
      <pc:sldChg chg="del">
        <pc:chgData name="Yilin Wang" userId="06abc78b-9058-4e15-afda-57e086dc17fc" providerId="ADAL" clId="{82DDD170-D4B5-46ED-803B-C300EEBF3622}" dt="2026-07-13T22:44:09.023" v="39" actId="47"/>
        <pc:sldMkLst>
          <pc:docMk/>
          <pc:sldMk cId="2763446820" sldId="275"/>
        </pc:sldMkLst>
      </pc:sldChg>
      <pc:sldChg chg="del">
        <pc:chgData name="Yilin Wang" userId="06abc78b-9058-4e15-afda-57e086dc17fc" providerId="ADAL" clId="{82DDD170-D4B5-46ED-803B-C300EEBF3622}" dt="2026-07-13T22:44:09.263" v="40" actId="47"/>
        <pc:sldMkLst>
          <pc:docMk/>
          <pc:sldMk cId="3257985449" sldId="276"/>
        </pc:sldMkLst>
      </pc:sldChg>
      <pc:sldChg chg="del">
        <pc:chgData name="Yilin Wang" userId="06abc78b-9058-4e15-afda-57e086dc17fc" providerId="ADAL" clId="{82DDD170-D4B5-46ED-803B-C300EEBF3622}" dt="2026-07-13T22:44:08.639" v="37" actId="47"/>
        <pc:sldMkLst>
          <pc:docMk/>
          <pc:sldMk cId="1897293927" sldId="279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del">
        <pc:chgData name="Yilin Wang" userId="06abc78b-9058-4e15-afda-57e086dc17fc" providerId="ADAL" clId="{82DDD170-D4B5-46ED-803B-C300EEBF3622}" dt="2026-07-13T22:44:10.009" v="41" actId="47"/>
        <pc:sldMkLst>
          <pc:docMk/>
          <pc:sldMk cId="1052492918" sldId="282"/>
        </pc:sldMkLst>
      </pc:sldChg>
      <pc:sldChg chg="del">
        <pc:chgData name="Yilin Wang" userId="06abc78b-9058-4e15-afda-57e086dc17fc" providerId="ADAL" clId="{82DDD170-D4B5-46ED-803B-C300EEBF3622}" dt="2026-07-13T22:44:10.623" v="43" actId="47"/>
        <pc:sldMkLst>
          <pc:docMk/>
          <pc:sldMk cId="2004708218" sldId="283"/>
        </pc:sldMkLst>
      </pc:sldChg>
      <pc:sldChg chg="del">
        <pc:chgData name="Yilin Wang" userId="06abc78b-9058-4e15-afda-57e086dc17fc" providerId="ADAL" clId="{82DDD170-D4B5-46ED-803B-C300EEBF3622}" dt="2026-07-13T22:44:10.745" v="44" actId="47"/>
        <pc:sldMkLst>
          <pc:docMk/>
          <pc:sldMk cId="3175540308" sldId="284"/>
        </pc:sldMkLst>
      </pc:sldChg>
      <pc:sldChg chg="del">
        <pc:chgData name="Yilin Wang" userId="06abc78b-9058-4e15-afda-57e086dc17fc" providerId="ADAL" clId="{82DDD170-D4B5-46ED-803B-C300EEBF3622}" dt="2026-07-13T22:44:10.352" v="42" actId="47"/>
        <pc:sldMkLst>
          <pc:docMk/>
          <pc:sldMk cId="86596453" sldId="286"/>
        </pc:sldMkLst>
      </pc:sldChg>
      <pc:sldChg chg="add del">
        <pc:chgData name="Yilin Wang" userId="06abc78b-9058-4e15-afda-57e086dc17fc" providerId="ADAL" clId="{82DDD170-D4B5-46ED-803B-C300EEBF3622}" dt="2026-07-13T22:44:52.818" v="78" actId="47"/>
        <pc:sldMkLst>
          <pc:docMk/>
          <pc:sldMk cId="3966750816" sldId="290"/>
        </pc:sldMkLst>
      </pc:sldChg>
      <pc:sldChg chg="del">
        <pc:chgData name="Yilin Wang" userId="06abc78b-9058-4e15-afda-57e086dc17fc" providerId="ADAL" clId="{82DDD170-D4B5-46ED-803B-C300EEBF3622}" dt="2026-07-13T22:44:07.458" v="33" actId="47"/>
        <pc:sldMkLst>
          <pc:docMk/>
          <pc:sldMk cId="387385694" sldId="291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48.267" v="69"/>
        <pc:sldMkLst>
          <pc:docMk/>
          <pc:sldMk cId="1311639791" sldId="293"/>
        </pc:sldMkLst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del">
        <pc:chgData name="Yilin Wang" userId="06abc78b-9058-4e15-afda-57e086dc17fc" providerId="ADAL" clId="{82DDD170-D4B5-46ED-803B-C300EEBF3622}" dt="2026-07-13T22:44:07.261" v="32" actId="47"/>
        <pc:sldMkLst>
          <pc:docMk/>
          <pc:sldMk cId="1547140243" sldId="295"/>
        </pc:sldMkLst>
      </pc:sldChg>
      <pc:sldChg chg="del">
        <pc:chgData name="Yilin Wang" userId="06abc78b-9058-4e15-afda-57e086dc17fc" providerId="ADAL" clId="{82DDD170-D4B5-46ED-803B-C300EEBF3622}" dt="2026-07-13T22:44:06.286" v="29" actId="47"/>
        <pc:sldMkLst>
          <pc:docMk/>
          <pc:sldMk cId="1829712606" sldId="296"/>
        </pc:sldMkLst>
      </pc:sldChg>
      <pc:sldChg chg="del">
        <pc:chgData name="Yilin Wang" userId="06abc78b-9058-4e15-afda-57e086dc17fc" providerId="ADAL" clId="{82DDD170-D4B5-46ED-803B-C300EEBF3622}" dt="2026-07-13T22:44:10.934" v="45" actId="47"/>
        <pc:sldMkLst>
          <pc:docMk/>
          <pc:sldMk cId="3953505861" sldId="298"/>
        </pc:sldMkLst>
      </pc:sldChg>
      <pc:sldChg chg="del">
        <pc:chgData name="Yilin Wang" userId="06abc78b-9058-4e15-afda-57e086dc17fc" providerId="ADAL" clId="{82DDD170-D4B5-46ED-803B-C300EEBF3622}" dt="2026-07-13T22:44:11.202" v="46" actId="47"/>
        <pc:sldMkLst>
          <pc:docMk/>
          <pc:sldMk cId="1618076526" sldId="300"/>
        </pc:sldMkLst>
      </pc:sldChg>
      <pc:sldChg chg="del">
        <pc:chgData name="Yilin Wang" userId="06abc78b-9058-4e15-afda-57e086dc17fc" providerId="ADAL" clId="{82DDD170-D4B5-46ED-803B-C300EEBF3622}" dt="2026-07-13T22:44:11.474" v="47" actId="47"/>
        <pc:sldMkLst>
          <pc:docMk/>
          <pc:sldMk cId="4138482302" sldId="301"/>
        </pc:sldMkLst>
      </pc:sldChg>
      <pc:sldChg chg="del">
        <pc:chgData name="Yilin Wang" userId="06abc78b-9058-4e15-afda-57e086dc17fc" providerId="ADAL" clId="{82DDD170-D4B5-46ED-803B-C300EEBF3622}" dt="2026-07-13T22:44:11.692" v="48" actId="47"/>
        <pc:sldMkLst>
          <pc:docMk/>
          <pc:sldMk cId="1119301075" sldId="302"/>
        </pc:sldMkLst>
      </pc:sldChg>
      <pc:sldChg chg="del">
        <pc:chgData name="Yilin Wang" userId="06abc78b-9058-4e15-afda-57e086dc17fc" providerId="ADAL" clId="{82DDD170-D4B5-46ED-803B-C300EEBF3622}" dt="2026-07-13T22:44:11.900" v="49" actId="47"/>
        <pc:sldMkLst>
          <pc:docMk/>
          <pc:sldMk cId="1366311776" sldId="303"/>
        </pc:sldMkLst>
      </pc:sldChg>
      <pc:sldChg chg="addSp delSp modSp add del mod delAnim">
        <pc:chgData name="Yilin Wang" userId="06abc78b-9058-4e15-afda-57e086dc17fc" providerId="ADAL" clId="{82DDD170-D4B5-46ED-803B-C300EEBF3622}" dt="2026-07-14T04:11:58.125" v="594" actId="313"/>
        <pc:sldMkLst>
          <pc:docMk/>
          <pc:sldMk cId="2074524224" sldId="304"/>
        </pc:sldMkLst>
        <pc:spChg chg="add mod">
          <ac:chgData name="Yilin Wang" userId="06abc78b-9058-4e15-afda-57e086dc17fc" providerId="ADAL" clId="{82DDD170-D4B5-46ED-803B-C300EEBF3622}" dt="2026-07-14T04:11:58.125" v="594" actId="313"/>
          <ac:spMkLst>
            <pc:docMk/>
            <pc:sldMk cId="2074524224" sldId="304"/>
            <ac:spMk id="5" creationId="{AA386F2D-949F-BE46-C29D-6B8589A54014}"/>
          </ac:spMkLst>
        </pc:spChg>
        <pc:spChg chg="del">
          <ac:chgData name="Yilin Wang" userId="06abc78b-9058-4e15-afda-57e086dc17fc" providerId="ADAL" clId="{82DDD170-D4B5-46ED-803B-C300EEBF3622}" dt="2026-07-13T23:26:02.915" v="153" actId="478"/>
          <ac:spMkLst>
            <pc:docMk/>
            <pc:sldMk cId="2074524224" sldId="304"/>
            <ac:spMk id="6" creationId="{6E3DD996-D728-8BAA-9720-6D3AB56923CC}"/>
          </ac:spMkLst>
        </pc:spChg>
        <pc:spChg chg="mod">
          <ac:chgData name="Yilin Wang" userId="06abc78b-9058-4e15-afda-57e086dc17fc" providerId="ADAL" clId="{82DDD170-D4B5-46ED-803B-C300EEBF3622}" dt="2026-07-13T23:25:51.657" v="142" actId="14100"/>
          <ac:spMkLst>
            <pc:docMk/>
            <pc:sldMk cId="2074524224" sldId="304"/>
            <ac:spMk id="7" creationId="{81D200EA-4FD4-7AAB-5CE2-40B53E6637AA}"/>
          </ac:spMkLst>
        </pc:spChg>
        <pc:spChg chg="del">
          <ac:chgData name="Yilin Wang" userId="06abc78b-9058-4e15-afda-57e086dc17fc" providerId="ADAL" clId="{82DDD170-D4B5-46ED-803B-C300EEBF3622}" dt="2026-07-13T23:26:02.310" v="152" actId="478"/>
          <ac:spMkLst>
            <pc:docMk/>
            <pc:sldMk cId="2074524224" sldId="304"/>
            <ac:spMk id="11" creationId="{F38B6961-62A1-723F-B356-288E8748A075}"/>
          </ac:spMkLst>
        </pc:spChg>
        <pc:spChg chg="del">
          <ac:chgData name="Yilin Wang" userId="06abc78b-9058-4e15-afda-57e086dc17fc" providerId="ADAL" clId="{82DDD170-D4B5-46ED-803B-C300EEBF3622}" dt="2026-07-13T23:26:00.586" v="148" actId="478"/>
          <ac:spMkLst>
            <pc:docMk/>
            <pc:sldMk cId="2074524224" sldId="304"/>
            <ac:spMk id="16" creationId="{78C6D178-20C0-619D-EBC2-8BFA0FC6FE01}"/>
          </ac:spMkLst>
        </pc:spChg>
        <pc:spChg chg="del">
          <ac:chgData name="Yilin Wang" userId="06abc78b-9058-4e15-afda-57e086dc17fc" providerId="ADAL" clId="{82DDD170-D4B5-46ED-803B-C300EEBF3622}" dt="2026-07-13T23:26:00.586" v="148" actId="478"/>
          <ac:spMkLst>
            <pc:docMk/>
            <pc:sldMk cId="2074524224" sldId="304"/>
            <ac:spMk id="17" creationId="{39E67635-E6C3-8311-2430-AA946B2063C2}"/>
          </ac:spMkLst>
        </pc:spChg>
        <pc:spChg chg="del">
          <ac:chgData name="Yilin Wang" userId="06abc78b-9058-4e15-afda-57e086dc17fc" providerId="ADAL" clId="{82DDD170-D4B5-46ED-803B-C300EEBF3622}" dt="2026-07-13T23:26:00.586" v="148" actId="478"/>
          <ac:spMkLst>
            <pc:docMk/>
            <pc:sldMk cId="2074524224" sldId="304"/>
            <ac:spMk id="18" creationId="{246744DE-F62B-094B-F262-8B60C6D7B1B1}"/>
          </ac:spMkLst>
        </pc:spChg>
        <pc:spChg chg="del">
          <ac:chgData name="Yilin Wang" userId="06abc78b-9058-4e15-afda-57e086dc17fc" providerId="ADAL" clId="{82DDD170-D4B5-46ED-803B-C300EEBF3622}" dt="2026-07-13T23:25:54.830" v="143" actId="478"/>
          <ac:spMkLst>
            <pc:docMk/>
            <pc:sldMk cId="2074524224" sldId="304"/>
            <ac:spMk id="55" creationId="{9B9FF93C-B97A-7D31-88B9-2CB21DFF81DA}"/>
          </ac:spMkLst>
        </pc:spChg>
        <pc:spChg chg="del">
          <ac:chgData name="Yilin Wang" userId="06abc78b-9058-4e15-afda-57e086dc17fc" providerId="ADAL" clId="{82DDD170-D4B5-46ED-803B-C300EEBF3622}" dt="2026-07-13T23:25:54.830" v="143" actId="478"/>
          <ac:spMkLst>
            <pc:docMk/>
            <pc:sldMk cId="2074524224" sldId="304"/>
            <ac:spMk id="56" creationId="{BBB5C9FC-6058-EF43-BD77-FF721B9DFBC6}"/>
          </ac:spMkLst>
        </pc:spChg>
        <pc:spChg chg="del">
          <ac:chgData name="Yilin Wang" userId="06abc78b-9058-4e15-afda-57e086dc17fc" providerId="ADAL" clId="{82DDD170-D4B5-46ED-803B-C300EEBF3622}" dt="2026-07-13T23:25:54.830" v="143" actId="478"/>
          <ac:spMkLst>
            <pc:docMk/>
            <pc:sldMk cId="2074524224" sldId="304"/>
            <ac:spMk id="58" creationId="{BC53321F-2A44-09CC-639B-F3411ECC791E}"/>
          </ac:spMkLst>
        </pc:spChg>
        <pc:spChg chg="del">
          <ac:chgData name="Yilin Wang" userId="06abc78b-9058-4e15-afda-57e086dc17fc" providerId="ADAL" clId="{82DDD170-D4B5-46ED-803B-C300EEBF3622}" dt="2026-07-13T23:25:54.830" v="143" actId="478"/>
          <ac:spMkLst>
            <pc:docMk/>
            <pc:sldMk cId="2074524224" sldId="304"/>
            <ac:spMk id="60" creationId="{2F1B02CE-AD31-52D9-468E-E4B8A8278BE5}"/>
          </ac:spMkLst>
        </pc:spChg>
        <pc:spChg chg="del">
          <ac:chgData name="Yilin Wang" userId="06abc78b-9058-4e15-afda-57e086dc17fc" providerId="ADAL" clId="{82DDD170-D4B5-46ED-803B-C300EEBF3622}" dt="2026-07-13T23:25:54.830" v="143" actId="478"/>
          <ac:spMkLst>
            <pc:docMk/>
            <pc:sldMk cId="2074524224" sldId="304"/>
            <ac:spMk id="62" creationId="{918ACBFE-27B8-8BA3-4B4F-0C6F9ED9EC0E}"/>
          </ac:spMkLst>
        </pc:spChg>
        <pc:spChg chg="mod">
          <ac:chgData name="Yilin Wang" userId="06abc78b-9058-4e15-afda-57e086dc17fc" providerId="ADAL" clId="{82DDD170-D4B5-46ED-803B-C300EEBF3622}" dt="2026-07-13T23:27:40.412" v="161" actId="20577"/>
          <ac:spMkLst>
            <pc:docMk/>
            <pc:sldMk cId="2074524224" sldId="304"/>
            <ac:spMk id="203" creationId="{1BEDC69D-400F-3205-C6F1-2E6EC6128B46}"/>
          </ac:spMkLst>
        </pc:spChg>
        <pc:picChg chg="add del mod">
          <ac:chgData name="Yilin Wang" userId="06abc78b-9058-4e15-afda-57e086dc17fc" providerId="ADAL" clId="{82DDD170-D4B5-46ED-803B-C300EEBF3622}" dt="2026-07-13T23:41:41.788" v="164" actId="478"/>
          <ac:picMkLst>
            <pc:docMk/>
            <pc:sldMk cId="2074524224" sldId="304"/>
            <ac:picMk id="3" creationId="{AFE123C3-C353-563B-7554-43CFCDE71D9A}"/>
          </ac:picMkLst>
        </pc:picChg>
        <pc:picChg chg="del">
          <ac:chgData name="Yilin Wang" userId="06abc78b-9058-4e15-afda-57e086dc17fc" providerId="ADAL" clId="{82DDD170-D4B5-46ED-803B-C300EEBF3622}" dt="2026-07-13T23:25:58.668" v="145" actId="478"/>
          <ac:picMkLst>
            <pc:docMk/>
            <pc:sldMk cId="2074524224" sldId="304"/>
            <ac:picMk id="4" creationId="{62882AFA-7D6C-2479-0606-74028592EE41}"/>
          </ac:picMkLst>
        </pc:picChg>
        <pc:picChg chg="del mod">
          <ac:chgData name="Yilin Wang" userId="06abc78b-9058-4e15-afda-57e086dc17fc" providerId="ADAL" clId="{82DDD170-D4B5-46ED-803B-C300EEBF3622}" dt="2026-07-13T23:25:59.040" v="147" actId="478"/>
          <ac:picMkLst>
            <pc:docMk/>
            <pc:sldMk cId="2074524224" sldId="304"/>
            <ac:picMk id="10" creationId="{876FEED3-C1BB-58C3-AC33-BC510FC5087F}"/>
          </ac:picMkLst>
        </pc:picChg>
        <pc:picChg chg="del">
          <ac:chgData name="Yilin Wang" userId="06abc78b-9058-4e15-afda-57e086dc17fc" providerId="ADAL" clId="{82DDD170-D4B5-46ED-803B-C300EEBF3622}" dt="2026-07-13T23:26:01.445" v="149" actId="478"/>
          <ac:picMkLst>
            <pc:docMk/>
            <pc:sldMk cId="2074524224" sldId="304"/>
            <ac:picMk id="13" creationId="{5912D004-E769-5697-4CBD-47395F019C59}"/>
          </ac:picMkLst>
        </pc:picChg>
        <pc:picChg chg="del mod">
          <ac:chgData name="Yilin Wang" userId="06abc78b-9058-4e15-afda-57e086dc17fc" providerId="ADAL" clId="{82DDD170-D4B5-46ED-803B-C300EEBF3622}" dt="2026-07-13T23:26:01.729" v="151" actId="478"/>
          <ac:picMkLst>
            <pc:docMk/>
            <pc:sldMk cId="2074524224" sldId="304"/>
            <ac:picMk id="15" creationId="{8848ECC6-56A7-804B-91D0-75017D727162}"/>
          </ac:picMkLst>
        </pc:picChg>
      </pc:sldChg>
      <pc:sldChg chg="add del">
        <pc:chgData name="Yilin Wang" userId="06abc78b-9058-4e15-afda-57e086dc17fc" providerId="ADAL" clId="{82DDD170-D4B5-46ED-803B-C300EEBF3622}" dt="2026-07-13T22:44:53.044" v="79" actId="47"/>
        <pc:sldMkLst>
          <pc:docMk/>
          <pc:sldMk cId="4255979582" sldId="305"/>
        </pc:sldMkLst>
      </pc:sldChg>
      <pc:sldChg chg="add">
        <pc:chgData name="Yilin Wang" userId="06abc78b-9058-4e15-afda-57e086dc17fc" providerId="ADAL" clId="{82DDD170-D4B5-46ED-803B-C300EEBF3622}" dt="2026-07-13T23:41:38.278" v="163"/>
        <pc:sldMkLst>
          <pc:docMk/>
          <pc:sldMk cId="907687665" sldId="30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A66C6-D31B-B905-D12C-FE897EE19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24BB38B-45B6-A7EA-E58C-93444B521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B2163-9D6C-FBEB-31F0-1A0A1331DC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163F9F1-B127-1C93-BBD0-BBCE48BD70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528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A0722-7C7C-8754-B391-8580D70F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729EC95-2C91-AFE9-0699-F6A8CC1BC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115BB0B-C47A-B68F-E765-A3E8B9816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2EBC12-6AEB-93FB-42EB-78E9593BC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89300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F285-4EBA-230F-0924-D4474E5AA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15DE3E-7DC6-C400-9F7A-52F7A8FBF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9669F2-244A-95A5-001E-15CB5976A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CBC1ED9-9CEC-9E9C-50F3-EB9177817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5029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8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8FF0-E787-935F-098A-F05EE537D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Routing Foundation(LR)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LR1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Neural Combination Optimization (NCO) = leverage learning-based model to solve </a:t>
            </a:r>
            <a:r>
              <a:rPr lang="en-US" altLang="zh-CN" dirty="0" err="1">
                <a:latin typeface="Amasis MT Pro" panose="02040504050005020304" pitchFamily="18" charset="0"/>
              </a:rPr>
              <a:t>vrps</a:t>
            </a:r>
            <a:r>
              <a:rPr lang="en-US" altLang="zh-CN" dirty="0">
                <a:latin typeface="Amasis MT Pro" panose="02040504050005020304" pitchFamily="18" charset="0"/>
              </a:rPr>
              <a:t> without manual algorithm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Current NCO build one model for each problem.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In particular, we formulate VRPs as different combinations of a set of shared underlying attributes and solve them simultaneously via a single model through attribute composition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Method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Treat </a:t>
            </a:r>
            <a:r>
              <a:rPr lang="en-US" altLang="zh-CN" dirty="0" err="1">
                <a:latin typeface="Amasis MT Pro" panose="02040504050005020304" pitchFamily="18" charset="0"/>
              </a:rPr>
              <a:t>vrp</a:t>
            </a:r>
            <a:r>
              <a:rPr lang="en-US" altLang="zh-CN" dirty="0">
                <a:latin typeface="Amasis MT Pro" panose="02040504050005020304" pitchFamily="18" charset="0"/>
              </a:rPr>
              <a:t> variant as C+X </a:t>
            </a:r>
            <a:r>
              <a:rPr lang="zh-CN" altLang="en-US" dirty="0">
                <a:latin typeface="Amasis MT Pro" panose="02040504050005020304" pitchFamily="18" charset="0"/>
              </a:rPr>
              <a:t>（</a:t>
            </a:r>
            <a:r>
              <a:rPr lang="en-US" altLang="zh-CN" dirty="0">
                <a:latin typeface="Amasis MT Pro" panose="02040504050005020304" pitchFamily="18" charset="0"/>
              </a:rPr>
              <a:t>O/B/L/TW)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Unified representation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Single time encoder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" panose="02040504050005020304" pitchFamily="18" charset="0"/>
              </a:rPr>
              <a:t>Reward  = negative of </a:t>
            </a:r>
            <a:endParaRPr lang="zh-CN" altLang="en-US" dirty="0"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524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DD672-298D-2881-4769-69E6827A7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2BE7FA6-AB30-3E87-F014-01FED33650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Routing Foundation(LR)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6927E594-3F5D-33E7-4F23-067A0F1818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LR1</a:t>
            </a:r>
            <a:endParaRPr lang="zh-CN" alt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D199D6-3EBE-5B3A-86A4-A0B8430DC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134" y="834615"/>
            <a:ext cx="7057143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68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FAA4-4483-5D25-49B5-6509C1FD9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815AF6D-C4EF-4D1D-4F71-48F463ABA7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DEA14EBE-7415-000E-4DF6-5C0195511F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Routing Strategy </a:t>
            </a:r>
            <a:endParaRPr lang="zh-CN" altLang="en-US" sz="28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F83D778C-1853-4990-1429-D2334892C0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66BF0494-E56E-4A16-5FEE-BF78CEEC2C68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8B5ED89-2226-CCF2-04CB-0069426EEB3B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067BBB1-0DE7-90F6-F4A2-843C8AC2043C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90DDB32-713C-E734-235F-98C9EE5A1819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433CBE-6C6D-8028-E235-D7A6E768BE47}"/>
              </a:ext>
            </a:extLst>
          </p:cNvPr>
          <p:cNvSpPr txBox="1"/>
          <p:nvPr/>
        </p:nvSpPr>
        <p:spPr>
          <a:xfrm>
            <a:off x="2163603" y="4393720"/>
            <a:ext cx="528193" cy="369332"/>
          </a:xfrm>
          <a:prstGeom prst="rect">
            <a:avLst/>
          </a:prstGeom>
          <a:solidFill>
            <a:srgbClr val="AE976B"/>
          </a:solidFill>
        </p:spPr>
        <p:txBody>
          <a:bodyPr wrap="square">
            <a:spAutoFit/>
          </a:bodyPr>
          <a:lstStyle>
            <a:defPPr>
              <a:defRPr lang="zh-CN"/>
            </a:defPPr>
            <a:lvl1pPr>
              <a:defRPr>
                <a:solidFill>
                  <a:srgbClr val="000000"/>
                </a:solidFill>
                <a:latin typeface="Amasis MT Pro Medium" panose="02040604050005020304" pitchFamily="18" charset="0"/>
              </a:defRPr>
            </a:lvl1pPr>
          </a:lstStyle>
          <a:p>
            <a:pPr algn="ctr"/>
            <a:r>
              <a:rPr lang="en-US" altLang="zh-CN" dirty="0"/>
              <a:t>2%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60667FE-8515-B95F-5C1E-FADEF3F01B5B}"/>
              </a:ext>
            </a:extLst>
          </p:cNvPr>
          <p:cNvSpPr txBox="1"/>
          <p:nvPr/>
        </p:nvSpPr>
        <p:spPr>
          <a:xfrm>
            <a:off x="6321937" y="4393720"/>
            <a:ext cx="528193" cy="369332"/>
          </a:xfrm>
          <a:prstGeom prst="rect">
            <a:avLst/>
          </a:prstGeom>
          <a:solidFill>
            <a:srgbClr val="AE976B"/>
          </a:solidFill>
        </p:spPr>
        <p:txBody>
          <a:bodyPr wrap="square">
            <a:spAutoFit/>
          </a:bodyPr>
          <a:lstStyle>
            <a:defPPr>
              <a:defRPr lang="zh-CN"/>
            </a:defPPr>
            <a:lvl1pPr>
              <a:defRPr>
                <a:solidFill>
                  <a:srgbClr val="000000"/>
                </a:solidFill>
                <a:latin typeface="Amasis MT Pro Medium" panose="02040604050005020304" pitchFamily="18" charset="0"/>
              </a:defRPr>
            </a:lvl1pPr>
          </a:lstStyle>
          <a:p>
            <a:pPr algn="ctr"/>
            <a:r>
              <a:rPr lang="en-US" altLang="zh-CN" dirty="0"/>
              <a:t>5%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EDC6F38-8623-1300-D786-DB792773BAE2}"/>
              </a:ext>
            </a:extLst>
          </p:cNvPr>
          <p:cNvSpPr txBox="1"/>
          <p:nvPr/>
        </p:nvSpPr>
        <p:spPr>
          <a:xfrm>
            <a:off x="10319499" y="4393720"/>
            <a:ext cx="705174" cy="369332"/>
          </a:xfrm>
          <a:prstGeom prst="rect">
            <a:avLst/>
          </a:prstGeom>
          <a:solidFill>
            <a:srgbClr val="AE976B"/>
          </a:solidFill>
        </p:spPr>
        <p:txBody>
          <a:bodyPr wrap="square">
            <a:spAutoFit/>
          </a:bodyPr>
          <a:lstStyle>
            <a:defPPr>
              <a:defRPr lang="zh-CN"/>
            </a:defPPr>
            <a:lvl1pPr>
              <a:defRPr>
                <a:solidFill>
                  <a:srgbClr val="000000"/>
                </a:solidFill>
                <a:latin typeface="Amasis MT Pro Medium" panose="02040604050005020304" pitchFamily="18" charset="0"/>
              </a:defRPr>
            </a:lvl1pPr>
          </a:lstStyle>
          <a:p>
            <a:pPr algn="ctr"/>
            <a:r>
              <a:rPr lang="en-US" altLang="zh-CN" dirty="0"/>
              <a:t>10%</a:t>
            </a:r>
            <a:endParaRPr lang="zh-CN" altLang="en-US" dirty="0"/>
          </a:p>
        </p:txBody>
      </p:sp>
      <p:pic>
        <p:nvPicPr>
          <p:cNvPr id="3" name="图片 2" descr="图表, 直方图&#10;&#10;AI 生成的内容可能不正确。">
            <a:extLst>
              <a:ext uri="{FF2B5EF4-FFF2-40B4-BE49-F238E27FC236}">
                <a16:creationId xmlns:a16="http://schemas.microsoft.com/office/drawing/2014/main" id="{5A16CE2E-6361-E338-1C19-78767DBEBC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06" y="2042652"/>
            <a:ext cx="3837189" cy="2289122"/>
          </a:xfrm>
          <a:prstGeom prst="rect">
            <a:avLst/>
          </a:prstGeom>
        </p:spPr>
      </p:pic>
      <p:pic>
        <p:nvPicPr>
          <p:cNvPr id="8" name="图片 7" descr="图表, 直方图&#10;&#10;AI 生成的内容可能不正确。">
            <a:extLst>
              <a:ext uri="{FF2B5EF4-FFF2-40B4-BE49-F238E27FC236}">
                <a16:creationId xmlns:a16="http://schemas.microsoft.com/office/drawing/2014/main" id="{108CFBE2-4FD9-66AF-F68E-98B0313542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295" y="2042652"/>
            <a:ext cx="3837189" cy="2289122"/>
          </a:xfrm>
          <a:prstGeom prst="rect">
            <a:avLst/>
          </a:prstGeom>
        </p:spPr>
      </p:pic>
      <p:pic>
        <p:nvPicPr>
          <p:cNvPr id="12" name="图片 11" descr="图表, 直方图&#10;&#10;AI 生成的内容可能不正确。">
            <a:extLst>
              <a:ext uri="{FF2B5EF4-FFF2-40B4-BE49-F238E27FC236}">
                <a16:creationId xmlns:a16="http://schemas.microsoft.com/office/drawing/2014/main" id="{7ED5CB77-5458-3D6D-1169-4BFD1BA261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169" y="2042652"/>
            <a:ext cx="3837189" cy="228912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8F5EF0CF-53BA-E290-FF15-3877BC0484B9}"/>
              </a:ext>
            </a:extLst>
          </p:cNvPr>
          <p:cNvSpPr txBox="1"/>
          <p:nvPr/>
        </p:nvSpPr>
        <p:spPr>
          <a:xfrm>
            <a:off x="303985" y="5014852"/>
            <a:ext cx="11801373" cy="646331"/>
          </a:xfrm>
          <a:prstGeom prst="rect">
            <a:avLst/>
          </a:prstGeom>
          <a:solidFill>
            <a:srgbClr val="AE976B"/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Amasis MT Pro Medium" panose="02040604050005020304" pitchFamily="18" charset="0"/>
              </a:rPr>
              <a:t>Conclusion 4:  The proposed routing algorithms demonstrate flexible strategies for identifying optimal routing plans based on different penetration levels, even with the same weight parameters. </a:t>
            </a:r>
            <a:endParaRPr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9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B5EFA-D413-B09C-C8E1-FDE7A3AD1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AEA1C9C0-23F8-ADF0-6004-2A97D1E2E9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63E93B98-C22E-3542-E19E-A12585F7A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Conclusion</a:t>
            </a:r>
            <a:endParaRPr lang="zh-CN" altLang="en-US" sz="28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DEC35F-DC71-1070-906D-CB13329A6D26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02C78D3-6771-4C45-05B6-8254071EB5FE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B46C245-DFA2-076C-6703-9ACF3AC3E80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0E152E2C-9CDB-05A6-3E2C-DB1624E7DF85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FEE9F76-962D-9BA3-11FC-AA9B71878694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2B212B3-2D16-B384-7C8B-2835A2B0CFAA}"/>
                  </a:ext>
                </a:extLst>
              </p:cNvPr>
              <p:cNvSpPr txBox="1"/>
              <p:nvPr/>
            </p:nvSpPr>
            <p:spPr>
              <a:xfrm>
                <a:off x="631030" y="1758047"/>
                <a:ext cx="10837069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latin typeface="Amasis MT Pro Medium" panose="02040604050005020304" pitchFamily="18" charset="0"/>
                  </a:rPr>
                  <a:t>From CAV’s perspective, increasing coverage weight parameter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) increase the spatial-temporal network coverage, under all penetration rates.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latin typeface="Amasis MT Pro Medium" panose="02040604050005020304" pitchFamily="18" charset="0"/>
                  </a:rPr>
                  <a:t>Increasing spatiotemporal coverage improves the traffic information accuracy and improves CAV mobility and reach to a win-win condition.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latin typeface="Amasis MT Pro Medium" panose="02040604050005020304" pitchFamily="18" charset="0"/>
                  </a:rPr>
                  <a:t>An optimal operation parameter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=1:100000) need to balance enough coverage, segment uniformity, and CAV fleet instead of extending travel distance.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latin typeface="Amasis MT Pro Medium" panose="02040604050005020304" pitchFamily="18" charset="0"/>
                  </a:rPr>
                  <a:t>The proposed algorithm shows different strategies between extending routing distance and finding optimal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path combination. </a:t>
                </a:r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2B212B3-2D16-B384-7C8B-2835A2B0C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030" y="1758047"/>
                <a:ext cx="10837069" cy="2585323"/>
              </a:xfrm>
              <a:prstGeom prst="rect">
                <a:avLst/>
              </a:prstGeom>
              <a:blipFill>
                <a:blip r:embed="rId2"/>
                <a:stretch>
                  <a:fillRect l="-394" t="-11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占位符 5">
            <a:extLst>
              <a:ext uri="{FF2B5EF4-FFF2-40B4-BE49-F238E27FC236}">
                <a16:creationId xmlns:a16="http://schemas.microsoft.com/office/drawing/2014/main" id="{5C945CAB-D235-C01D-A7ED-108F5F4DBC83}"/>
              </a:ext>
            </a:extLst>
          </p:cNvPr>
          <p:cNvSpPr txBox="1">
            <a:spLocks/>
          </p:cNvSpPr>
          <p:nvPr/>
        </p:nvSpPr>
        <p:spPr>
          <a:xfrm>
            <a:off x="-9525" y="4042090"/>
            <a:ext cx="6896180" cy="6381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/>
              <a:t>Implication of real-world deployment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75DEC3-79E8-6CC9-B749-C0412F0AA2F1}"/>
              </a:ext>
            </a:extLst>
          </p:cNvPr>
          <p:cNvSpPr txBox="1"/>
          <p:nvPr/>
        </p:nvSpPr>
        <p:spPr>
          <a:xfrm>
            <a:off x="631029" y="4550449"/>
            <a:ext cx="1083706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The increasing deployment of AV services (Waymo robotaxi, </a:t>
            </a:r>
            <a:r>
              <a:rPr lang="en-US" altLang="zh-CN" dirty="0" err="1">
                <a:latin typeface="Amasis MT Pro Medium" panose="02040604050005020304" pitchFamily="18" charset="0"/>
              </a:rPr>
              <a:t>Zoox</a:t>
            </a:r>
            <a:r>
              <a:rPr lang="en-US" altLang="zh-CN" dirty="0">
                <a:latin typeface="Amasis MT Pro Medium" panose="02040604050005020304" pitchFamily="18" charset="0"/>
              </a:rPr>
              <a:t> shuttle) enable real-time data collection and transmission.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With properly selected strategic parameters (i.e., the weighting between travel time and coverage), only a small subset of vehicles need to be de-routed with minimal increases in travel time, while benefiting the overall traffic network.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66750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𝑣𝑒h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𝑣𝑒h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𝑣𝑒h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𝑣𝑒h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 Review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Agenda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Scope (for YIL-113): how neural / foundation-model VRP solvers map to our robotaxi sensing-routing (team-orienteering) problem.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Contents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Part A — Neural OP/TOP (5): Kool AM · POMO⚠ · TOP-Former★ · UAS-MSTOP · DTOP-SC⚠(OR)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Part B — VRP/CO foundation models (4): RouteFinder · FM-MCVRP★ · GOAL · UniCO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Synthesis — three unification philosophies (+ FM-MCVRP orthogonal)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Transfer — feasibility to route_cart_tsc; deltas = our novelty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Sources: full-text arXiv PDFs via literature-reviewer (YIL-114/115). ★ = closest to us, ⚠ = caveat.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OP/TOP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A1 · Kool AM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Attention, Learn to Solve Routing Problems! (Kool et al., ICLR 2019) — founding neural method for the Orienteering Problem (OP).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OP = maximize Σ node prizes s.t. tour length ≤ budget T; single vehicle, depot→depot, visiting optional.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Gap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Earlier learned routing (Pointer Nets + actor-critic) trained poorly; RNN encoders order-dependent &amp; not parallel.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Method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Transformer enc–dec, NO positional encoding (order-invariant); 3 layers, 8 heads, batch-norm.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Subset selection: depot is a selectable action → choosing depot ENDS the route; visited-so-far = chosen subset.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Budget feasibility = MASKING (not penalty/repair): mask node j when d(prev,j)+d(j,depot) &gt; remaining T. ← transferable kernel.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Train: REINFORCE + greedy-rollout baseline (no critic).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Result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OP n=20: AM sampling-1280 within 1.56% of Gurobi; SOTA GA (Compass) only ~2% better; beats OR-Tools/Tsili.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OP/TOP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A2 · POMO  ⚠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POMO (Kwon et al., NeurIPS 2020) — a training/inference recipe on Kool's AM. ⚠ Does NOT solve OP/TOP (only TSP/CVRP/Knapsack).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Gap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AM's greedy-rollout baseline gives mostly-negative advantage; the first action over-dominates the solution.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Method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Same AM backbone; removes the 'pick start node' step.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Multiple optima: N fixed start nodes → N parallel rollouts; shared baseline b = mean of the N returns (no critic).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Inference: N multi-start greedy + ×8 instance augmentation.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Relevance to us (honest)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LOW as a selective-routing method: multi-start symmetry does NOT hold for max-prize subset selection (different starts → different subsets).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Reusable parts only: AM + masking, shared-baseline REINFORCE, ×8 augmentation. (TSP100 gap 0.14%; no OP/TOP numbers.)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OP/TOP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A3 · TOP-Former  ★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TOP-Former (Fuertes et al., T-ITS 2025) — centralized multi-agent Transformer for the Team Orienteering Problem. ★ Closest to 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TOP = max team reward; per-vehicle budget T; shared depot; visiting optional; m = 2..5 vehicles.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Gap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Prior multi-vehicle neural TOP is decentralized/sequential — each agent decides without seeing others' state → suboptimal.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Method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Centralized enc–dec (no GNN); shared encoder run once; 3 blocks, dim 128, batch-norm.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Simultaneous decoding: each step picks one node per agent; a chosen node is masked (−∞) for still-to-act agents.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Per-vehicle budget via return-to-depot masking (Eq.18): mask nodes unreachable-and-return within remaining time t^a.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Train: REINFORCE + greedy-rollout baseline (Kool-style, not POMO).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Result / deltas vs 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n100,m5: TOP-Former 82.79 (best, 0.00%) &gt; ACO 81.39 (1.69%); Gurobi-60s only 61.9% gap. Inference ~4ms CPU / 0.22ms GPU.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Deltas: single shared depot, homogeneous budget, STATIC reward, node-based, O(n²) scaling.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OP/TOP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A4 · UAS-MSTOP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Multi-Start TOP for UAS re-planning (Lee &amp; Ahn, KAIST, 2023) — TOP generalized to MID-MISSION re-planning.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K vehicles start from different current positions with different remaining fuel f_k.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Gap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AM/POMO assume all vehicles start at the depot (pre-planning); don't model heterogeneous starts + remaining energy.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Method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Deep Dynamic Transformer (DDTM): 4 enc / 2 dec; RE-RUNS the encoder after each vehicle completes (graph state changes).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Nested loop: build one vehicle to return-depot, update instance, next vehicle from its own start.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Budget = action masking on 'can't reach &amp; return within remaining fuel'.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Data-efficient training: instance-augmentation baseline (K=8 transforms) replaces greedy rollout → −30% epoch time.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Result / relevance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MSTOP ×8N! gap: n10 0.19%, n20 0.78%, n≥50 reference-best; &gt;90% instances gap=0 at n20.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HIGH relevance if our fleet must re-plan mid-shift from current position / remaining charge.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OP/TOP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A5 · DTOP-SC  ⚠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Dynamic TOP in Spatial Crowdsourcing (Wu et al., SCU, 2026) — workers=vehicles, tasks=profit nodes, tasks arrive online.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⚠ Method class: pure OR / metaheuristic (NOT neural)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Scen-RH-ALNS: scenario-sampling rolling-horizon ALNS. No neural nets, no RL. Mis-listed as 'neural' in intake → reclassify as OR baseline.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Method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Event-driven rolling horizon; each epoch solves a static HT-TOPTW snapshot with ALNS (destroy/repair + 2-opt + SA).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Scenario-sampling lookahead (Bent–Van Hentenryck consensus): sample S=15 futures + N_vir=5 virtual tasks, vote on first real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Heterogeneous fleet: per-worker OD + time windows; selective (unrouted = not visited).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Result / relevance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vs MPA on 1161 instances (high dynamism): profit within 0.79–3.23%, but decision time 0.14s vs ~195s (2–3 orders faster).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Structurally very close to us; use as a strong non-learning / anticipatory-dispatch baseline.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Routing Foundation(LR)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LR2 · RouteFinder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RouteFinder (Berto et al., TMLR 09/2025) — a foundation model unifying 48 VRP variants. [Corrected: TMLR, not ICML.]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Unification = ATTRIBUTE COMPOSITION: every variant = a subset of one super-problem MDOVRPMBLTW.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Key features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Unified VRP environment: any attribute subset (multi-depot/open/backhaul/distance-limit/time-windows; e.g. no TW → TW=[0,∞]).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Global attribute embedding φ₀..φₖ injected into a DEEP encoder (vs MTPOMO/MVMoE: shallow decoder only).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Modern encoder (RF-TE): RMSNorm, pre-norm, SwiGLU, FlashAttention. + Mixed-Batch Training across variants.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Efficient Adapter Layers (EAL): zero-pad projection W'=[W;0] for unseen attributes → few-shot fine-tune.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Train / result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RL (REINFORCE + POMO shared baseline); A100 9–24h/model.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Beats MTPOMO/MVMoE on all 48 variants; gap ~1–5% vs HGS-PyVRP/OR-Tools; inference 1–2s vs 10–20 min.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Routing Foundation(LR)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LR3 · FM-MCVRP  ★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FM-MCVRP (Chin, Winkenbach, Srivastava, MIT, 2024) — 'Learning to Deliver.' ★ Closest to our fixed-road-network daily instances.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LLM-style SUPERVISED learning: a T5 enc-dec learns 'the next node to visit' from many sub-optimal historical solutions.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Data setup (≈ our setting)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Fixed graph G′ = 10,001 nodes; each instance = a random node SUBSET (a day's demand). ALL instances = subgraphs of the SAME graph.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38.1M instances (381 sizes × 100k), each labeled by ONE HGS run @5s (deliberately cheap/sub-optimal, mimics real historical data).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T5 (206M params), LM objective, curriculum learning (small→large), nucleus-sampling decode.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Headline: SL BEATS its training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vs its own HGS@5s labels, NS-1000 beats the labels at ≥100 customers (400 → −1.05%, statistically significant).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Mechanism: under a tight budget HGS degrades with scale faster than the model, which aggregates across millions of instances.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Single model spans sizes 20–800 &amp; all capacities; beats AM (diverges ≥400); within 3.02% of LKH-3 at 400.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Routing Foundation(LR)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· GOAL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GOAL (Drakulic, Michel, Andreoli, NAVER LABS, ICLR 2025) — a Generalist CO agent: one backbone + light per-task adapters.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Unification = GENERALIST BACKBONE + ADAPTER: shared trunk learns commonality; adapters learn each problem's specifics.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Key features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Shared codebook: project each problem's features to a small fixed rep, map through a shared codebook → related representations.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Mixed-attention blocks: inject EDGE info into every attention kernel → arbitrary node/edge/instance features.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Multi-type transformer: replicate blocks per node/edge type but SHARE parameters.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Train / result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Imitation learning on expert trajectories; 8 CO tasks (ATSP/CVRP/CVRPTW/OP; JSSP/UMS; Knapsack; MVC). SL fine-tune &gt; from-scratch.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Single-task GOAL SOTA on 7/8 (except CVRP: 2.34% vs POMO 1.21% / RF-TE 1.50%); multi-task only slightly worse.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Routing Foundation(LR)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LR5 · UniCO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UniCO (Pan et al., SJTU Thinklab, ICLR 2025) — unify CO by PROBLEM REDUCTION to a matrix-encoded general TSP.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Reduce every problem to one canonical form (general TSP over any positive cost matrix), solve once, transform the tour back.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Key features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Reductions: ATSP, 2D-TSP, HCP (Hamiltonian cycle), 3SAT → all encoded as general-TSP cost matrices.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MatPOENet (Graph Transformer + RL): MatNet + Pseudo One-hot Embedding (scale-free) + Mix-Score Attention.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MatDIFFNet (Graph Diffusion + SL): discrete diffusion over tours, extends Euclidean-TSP diffusion to matrix TSP.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Result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Unified MatPOENet*-8x: avg opt-gap ~1.4% at N≈20, high find-rate, beats LKH(10k/500) on some tasks.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Cross-task transfer (3SAT): 50→200 fine-tune steps reach 95.96→97.08% find-rate (≈ from-scratch 96.08%) vs 17.92% no-tune.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Note: the literature DB has TWO duplicate UniCO pages — flagged for human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Synthesis (LR)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LR6 · unification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Three ways the VRP/CO foundation models 'unify' — plus one orthogonal axis closest to us.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1. Attribute composition — RouteFinder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Variants = attribute subsets of one super-problem. Training: RL. Scope: 48 VRP variants.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2. Generalist backbone + adapter — GOAL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Shared trunk learns commonality; adapters learn specifics. Imitation. 8 CO families. (RouteFinder EAL adjacent.)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3. Problem reduction — UniCO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Reduce everything to matrix general-TSP. RL/SL. ATSP/2D-TSP/HCP/3SAT.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4. (Orthogonal) Fixed graph × LLM-style SL — FM-MCVRP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Not multi-problem unification: one problem on a fixed graph, learned from cheap historical solutions, beating them &amp; generalizing across scale.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→ Closest to our robotaxi FIXED road network.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Transfer to our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Transfer · OP/TOP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Ours: a fleet under per-vehicle budget SELECTS &amp; SEQUENCES road SEGMENTS to MAXIMIZE sensing utility on a FIXED road network.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Team-orienteering / VRP-with-profits (selective, max-utility) — NOT CVRP. MILP/Gurobi = ground truth &amp; baseline to beat.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Most transferable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TOP-Former (A3) &amp; UAS-MSTOP (A4): learned MULTI-vehicle TOP — pick+sequence, max utility, per-vehicle return-to-depot budget masking.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Kool AM (A1): reusable feasibility KERNEL — depot-as-terminal + 'visit only if you can still return within budget'.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POMO (A2): training/inference parts only; its multi-start symmetry breaks for our selective objective.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DTOP-SC (A5): OR baseline; scenario-sampling anticipation if utility is time-revealed.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Our deltas (shared gap = our novelty)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All 5 are node-based, static-reward, mostly-homogeneous budget.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Ours = arc/segment-level, real fixed network, TIME-VARYING utility → subset-selection over arcs + BUDGET masks (not capacity masks).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1D200EA-4FD4-7AAB-5CE2-40B53E6637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Transfer to our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1BEDC69D-400F-3205-C6F1-2E6EC6128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Transfer · FMs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86F2D-949F-BE46-C29D-6B8589A54014}"/>
              </a:ext>
            </a:extLst>
          </p:cNvPr>
          <p:cNvSpPr txBox="1"/>
          <p:nvPr/>
        </p:nvSpPr>
        <p:spPr>
          <a:xfrm>
            <a:off x="753977" y="1339515"/>
            <a:ext cx="98498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z="1500">
                <a:latin typeface="Amasis MT Pro" panose="02040504050005020304" pitchFamily="18" charset="0"/>
              </a:rPr>
              <a:t>Which foundation-model recipe transfers to our sensing-routing problem?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FM-MCVRP — most directly transferable (closest)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Our daily instances ARE subsets of one fixed road network = the FM-MCVRP premise. Recipe: SL on historical MILP/Gurobi solutions, sampled decoding.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'SL beats sub-optimal labels' = strongest argument a fast solver trained on our Gurobi solutions can rival Gurobi under a time budget.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Delta: swap visit-all min-cost for selective/max-utility → add budget masking + subset-selection decoding.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RouteFinder / GOAL — adapter fine-tune path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Pretrain-then-adapt (EAL / GOAL adapters). Caution: these FMs unify VISIT-ALL MIN-COST; our selective/profit objective needs new representation + budget masks (not out-of-the-box).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UniCO — least direct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Reducing arc-level, selective, time-varying sensing to a matrix general-TSP is unnatural; keep as a conceptual alternative.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en-US" altLang="zh-CN" dirty="0" sz="800"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b="1" sz="1500">
                <a:latin typeface="Amasis MT Pro" panose="02040504050005020304" pitchFamily="18" charset="0"/>
              </a:rPr>
              <a:t>Bottom 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z="1400">
                <a:latin typeface="Amasis MT Pro" panose="02040504050005020304" pitchFamily="18" charset="0"/>
              </a:rPr>
              <a:t>FM-MCVRP-style SL on Gurobi labels over our fixed network + a TOP-Former/MSTOP-style decoder with budget masking = most promising. Prototype that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3798</TotalTime>
  <Words>963</Words>
  <Application>Microsoft Office PowerPoint</Application>
  <PresentationFormat>Widescreen</PresentationFormat>
  <Paragraphs>171</Paragraphs>
  <Slides>12</Slides>
  <Notes>3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18</cp:revision>
  <dcterms:created xsi:type="dcterms:W3CDTF">2025-11-01T23:58:16Z</dcterms:created>
  <dcterms:modified xsi:type="dcterms:W3CDTF">2026-07-14T04:12:07Z</dcterms:modified>
</cp:coreProperties>
</file>